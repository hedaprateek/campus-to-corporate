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6" r:id="rId17"/>
    <p:sldId id="267" r:id="rId18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1: Understanding the
Corporate World
Time: 9:00 – 10:30 AM
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0EA5C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10:30 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World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campus gates to corporate floors — what really changes.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0EA5C8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 how companies are structured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Know the difference between college life &amp; work life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 a corporate hierarchy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Understand business goals &amp; your role in them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Decode the unwritten rules of corporate culture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Life vs Corporate Life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57600" cy="603504"/>
          </a:xfrm>
          <a:prstGeom prst="rect">
            <a:avLst/>
          </a:prstGeom>
          <a:solidFill>
            <a:srgbClr val="0EA5C8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657600" cy="603504"/>
          </a:xfrm>
          <a:prstGeom prst="rect">
            <a:avLst/>
          </a:prstGeom>
          <a:solidFill>
            <a:srgbClr val="0EA5C8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9202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1920240"/>
            <a:ext cx="3657600" cy="603504"/>
          </a:xfrm>
          <a:prstGeom prst="rect">
            <a:avLst/>
          </a:prstGeom>
          <a:solidFill>
            <a:srgbClr val="0EA5C8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9202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860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578608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57860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schedules, skip class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2578608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57860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9–6, deadlines are hard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236976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3697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3236976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23697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once a semester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75320" y="3236976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23697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performance visibility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895344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9534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3895344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89534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first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75320" y="3895344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389534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 first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553712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537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0" y="4553712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45537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next exam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75320" y="4553712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45537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business consequence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5212080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2120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89120" y="5212080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52120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75320" y="5212080"/>
            <a:ext cx="3657600" cy="603504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52120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attitude, initiative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Company Is Organised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423160" y="1691640"/>
            <a:ext cx="7315200" cy="658368"/>
          </a:xfrm>
          <a:prstGeom prst="rect">
            <a:avLst/>
          </a:prstGeom>
          <a:solidFill>
            <a:srgbClr val="0EA5C8"/>
          </a:solidFill>
          <a:ln w="6350">
            <a:solidFill>
              <a:srgbClr val="0EA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6040" y="16916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/ Leadership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1691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CTO, CFO, COO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2487168"/>
            <a:ext cx="8686800" cy="658368"/>
          </a:xfrm>
          <a:prstGeom prst="rect">
            <a:avLst/>
          </a:prstGeom>
          <a:solidFill>
            <a:srgbClr val="1E3360"/>
          </a:solidFill>
          <a:ln w="6350">
            <a:solidFill>
              <a:srgbClr val="0EA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4871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23760" y="24871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VPs, Directors, Dept. Heads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273552"/>
            <a:ext cx="10058400" cy="658368"/>
          </a:xfrm>
          <a:prstGeom prst="rect">
            <a:avLst/>
          </a:prstGeom>
          <a:solidFill>
            <a:srgbClr val="152242"/>
          </a:solidFill>
          <a:ln w="6350">
            <a:solidFill>
              <a:srgbClr val="0EA5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2735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9560" y="32735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Managers, Team Leads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064240" cy="658368"/>
          </a:xfrm>
          <a:prstGeom prst="rect">
            <a:avLst/>
          </a:prstGeom>
          <a:solidFill>
            <a:srgbClr val="152040"/>
          </a:solidFill>
          <a:ln w="6350">
            <a:solidFill>
              <a:srgbClr val="0EA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5993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0599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Engineers, Analysts, Designers (YOU)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658368"/>
          </a:xfrm>
          <a:prstGeom prst="rect">
            <a:avLst/>
          </a:prstGeom>
          <a:solidFill>
            <a:srgbClr val="0D1830"/>
          </a:solidFill>
          <a:ln w="6350">
            <a:solidFill>
              <a:srgbClr val="0EA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84632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/ Trainees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/ Fresh Hires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691640"/>
            <a:ext cx="36576" cy="3749040"/>
          </a:xfrm>
          <a:prstGeom prst="rect">
            <a:avLst/>
          </a:prstGeom>
          <a:solidFill>
            <a:srgbClr val="0EA5C8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You Will Work With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703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67512" y="2761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/ Tech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3182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products. Your likely home if you're a tech graduate.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1920240"/>
            <a:ext cx="3703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20574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81144" y="2761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3182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build, roadmaps, priorities.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0184" y="1920240"/>
            <a:ext cx="3703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20574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94776" y="2761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94776" y="3182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customers in. You'll need to understand their language.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3703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60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7512" y="48646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" y="52852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budgets, approvals, salaries.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16552" y="4023360"/>
            <a:ext cx="3703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4160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81144" y="48646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People Team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81144" y="52852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Hiring, culture, policies, your first port of call.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30184" y="4023360"/>
            <a:ext cx="3703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0184" y="4160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494776" y="48646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94776" y="52852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IP, data privacy — know it exists.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Unwritten Rules Nobody Tells You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02920" cy="86868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51560" y="1874520"/>
            <a:ext cx="1060704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92024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90 days are your most observed days. Everyone is watching — even when it seems like they aren't.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impressions in the workplace last much longer than interviews.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502920" cy="86868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51560" y="2971800"/>
            <a:ext cx="1060704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01752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matters as much as work quality.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88720" y="344728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one knows what you did, you didn't do it. Communicate your output.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502920" cy="86868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690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51560" y="4069080"/>
            <a:ext cx="1060704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11480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'I don't know, but I'll find out' is better than bluffing.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is built on honesty, not on pretending to know everything.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502920" cy="86868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166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51560" y="5166360"/>
            <a:ext cx="10607040" cy="86868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21208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attitude during frustrating tasks defines your reputation.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88720" y="564184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may be boring. Your response to it is a career asset.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A5C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Dream Company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company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company you aspire to work at. Write it down.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its structure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their LinkedIn — can you spot the hierarchy?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3 departments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departments you'd interact with in your target role.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discuss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 one insight. What surprised you?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EA5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school and life: In school, you are taught a lesson and then given a test. In life, you are given a test that teaches you a lesson.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Tom Bodett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What Would You Do?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5568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Riya's First Week at a Tech MNC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joins as a fresher. On Day 3, her manager asks her to send a status update to the team. She's only 30% done and unsure whether to report honestly or say 'almost done' to look good.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should Riya do — and why does it matter more than it seems?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 honest: '30% complete'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exact status with a clear ETA. Asks if the timeline needs to change.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early. Managers plan around accurate data — bad data causes cascading failures.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Say 'almost done'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vague update to buy time. Continues working silently and hopes to finish.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white lie creates a debt of more. When it unravels, credibility is gone — much harder to rebuild.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Wait until done to 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99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respond to the request. Plans to send a 'done' update once finished.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399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99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Non-response is the worst signal. It makes you look disorganised, not busy. Silence = absence.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Fresher Reality — What the Data Says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581400" cy="201168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freshers leave their first job within 18 months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LinkedIn India, 2023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720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200" y="1874520"/>
            <a:ext cx="3581400" cy="201168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20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45008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'culture shock' as a primary reason for leaving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008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Deloitte India Survey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8576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5760" y="1874520"/>
            <a:ext cx="3581400" cy="201168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17" name="Text 15"/>
          <p:cNvSpPr/>
          <p:nvPr/>
        </p:nvSpPr>
        <p:spPr>
          <a:xfrm>
            <a:off x="798576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16864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is how long your 'new hire grace period' actually lasts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864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HBR, Watkins 2013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102412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32120"/>
            <a:ext cx="10835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Most early exits aren't about skill gaps. They're about expectation gaps. Today's workshop closes that gap before you start.</a:t>
            </a:r>
            <a:endParaRPr lang="en-US" sz="15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VS REALITY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Myths That Freshers Believe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34924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391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do good work, people will notice automatically.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70448" y="2377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0" y="1993392"/>
            <a:ext cx="5257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039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10528" y="2377440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is a skill. You have to communicate your wins. Good work without visibility = invisible work.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456432"/>
            <a:ext cx="534924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02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manager will guide me through everything.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70448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3456432"/>
            <a:ext cx="5257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502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10528" y="3840480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are resource-constrained. The freshers who thrive are the ones who figure things out and ask specific questions.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919472"/>
            <a:ext cx="534924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965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530352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busy = being productive.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70448" y="5303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400800" y="4919472"/>
            <a:ext cx="5257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965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10528" y="5303520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Busyness without output is just noise. Companies pay for outcomes, not hours. Learn to measure your own output.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02920" y="6382512"/>
            <a:ext cx="534924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676656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fix my attitude after I get settled in.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70448" y="6766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400800" y="6382512"/>
            <a:ext cx="5257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6428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0528" y="6766560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is assessed from Day 1. The habits you build in Month 1 become your reputation by Month 6.</a:t>
            </a:r>
            <a:endParaRPr lang="en-US" sz="13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</p:bldLst>
    </p:timing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37744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Your Co-Worker, Not Your Competition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professionals who thrive in 2025 aren't the ones who avoid AI — they're the ones who use it well and honestly.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3566160" cy="18288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Go Faster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emails, summarise docs, brainstorm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drafts in seconds, not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time for judgment and creativity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86000"/>
            <a:ext cx="35661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is confident even when wrong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facts, figures, and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own the output — not the tool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286000"/>
            <a:ext cx="356616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32104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667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pass AI work off as fully yours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 your company's AI policy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Disclosure builds trust, not weakness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</p:bldLst>
    </p:timing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0EA5C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108960" cy="411480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INTERACTIVE MOMENT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Answer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out your phone. Point the camera at the QR code. Tap the link. Answer in 30 seconds.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replace this QR with your own Mentimeter / Slido / Google Form poll before delivery.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1554480"/>
            <a:ext cx="3291840" cy="3291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c2c/prep/qr_poll_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783080"/>
            <a:ext cx="2834640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me</a:t>
            </a:r>
            <a:endParaRPr lang="en-US" sz="14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2026-07-15T15:31:43Z</dcterms:created>
  <dcterms:modified xsi:type="dcterms:W3CDTF">2026-07-15T15:31:43Z</dcterms:modified>
</cp:coreProperties>
</file>