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6" r:id="rId17"/>
    <p:sldId id="267" r:id="rId18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8: Workplace Ethics,
Attitude &amp; Growth Mindset
Time: 1:30 – 3:00 PM
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3:00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Ethics,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&amp; Growth Mindset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get you the job. Mindset keeps it — and grows it.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workplace ethics and why they matter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Understand fixed vs growth mindset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habits that compound over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Handle failure and setbacks at 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Develop an ownership mindset as a fresher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Ethics — The Lines You Never Cross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20240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90472" y="201168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Confidentiality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0472" y="2423160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data, company revenue, product plans — you're a trustee of information that isn't yours.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3368" y="1920240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1920240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60920" y="201168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About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0920" y="2423160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attendance for absent colleagues. Billing hours you didn't work. These have legal consequence.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401568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90472" y="3493008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&amp; Respect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0472" y="3904488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— in language, tone, digital messages, and physical space. This isn't optional.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73368" y="3401568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3401568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60920" y="3493008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60920" y="3904488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designs, ideas created on company time belong to the company. Know this before you freelance.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882896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4882896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490472" y="4974336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90472" y="5385816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Witnessing something wrong and staying silent is also an ethical choice — and a costly one.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73368" y="4882896"/>
            <a:ext cx="56235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4882896"/>
            <a:ext cx="777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4974336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5385816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a vendor who's your relative. Accepting gifts from clients. Declare these proactively.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Mindset vs Growth Mindset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926080" cy="50292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874520"/>
            <a:ext cx="3611880" cy="50292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874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Mindset 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69480" y="1874520"/>
            <a:ext cx="36118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874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 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29260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423160"/>
            <a:ext cx="2761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facing a challenge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20440" y="2423160"/>
            <a:ext cx="3611880" cy="74980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242316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avoid it — what if I fail?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69480" y="242316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79208" y="242316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lean in — this builds capability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29260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246120"/>
            <a:ext cx="2761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receiving criticism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20440" y="324612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3630168" y="324612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get defensive — they're wrong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324612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2" name="Text 20"/>
          <p:cNvSpPr/>
          <p:nvPr/>
        </p:nvSpPr>
        <p:spPr>
          <a:xfrm>
            <a:off x="7379208" y="324612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extract the insight and act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069080"/>
            <a:ext cx="29260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4069080"/>
            <a:ext cx="2761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else succeeds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520440" y="4069080"/>
            <a:ext cx="3611880" cy="74980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406908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just naturally gifted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406908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7379208" y="406908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ask: what can I learn from them?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4892040"/>
            <a:ext cx="29260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4892040"/>
            <a:ext cx="2761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make a mistake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520440" y="489204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489204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hide it — it's embarrassing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269480" y="489204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4" name="Text 32"/>
          <p:cNvSpPr/>
          <p:nvPr/>
        </p:nvSpPr>
        <p:spPr>
          <a:xfrm>
            <a:off x="7379208" y="489204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 it, fix it, learn from it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5715000"/>
            <a:ext cx="29260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" y="5715000"/>
            <a:ext cx="2761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hit a ceiling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520440" y="5715000"/>
            <a:ext cx="3611880" cy="74980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8" name="Text 36"/>
          <p:cNvSpPr/>
          <p:nvPr/>
        </p:nvSpPr>
        <p:spPr>
          <a:xfrm>
            <a:off x="3630168" y="571500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just not good at this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269480" y="5715000"/>
            <a:ext cx="361188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0" name="Text 38"/>
          <p:cNvSpPr/>
          <p:nvPr/>
        </p:nvSpPr>
        <p:spPr>
          <a:xfrm>
            <a:off x="7379208" y="5715000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figured out how yet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Better Every Day — Habits That Compound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"1% better every day for 1 year = 37x better. 1% worse = almost zero." — James Clear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5623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Read for 20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7977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read broadly solve problems others can't see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3368" y="2212848"/>
            <a:ext cx="5623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28600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Write one thing you learned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6248" y="277977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locks in memory and makes you a better communicator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75888"/>
            <a:ext cx="5623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Ask one thoughtful question at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24281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visibility, curiosity, and relationships simultaneously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73368" y="3675888"/>
            <a:ext cx="5623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74904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Document your outputs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424281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'wins' file is your next appraisal, resume update, and interview story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138928"/>
            <a:ext cx="5623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1208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Thank someone specifically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70585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is a professional skill — people remember how you made them feel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73368" y="5138928"/>
            <a:ext cx="5623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521208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End the day with tomorrow's first task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56248" y="570585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9 AM blank-screen paralysis every morning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Ownership Mindset — Act Like It's Your Company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187452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929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wait to be told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29514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needs doing and do it. Ask forgiveness, not permission — within reason.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889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43000" y="278892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8437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Finish, don't stop at obstacles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320954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hit a wall, bring 3 options to your manager. Never bring only a problem.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033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43000" y="370332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7581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mistakes immediately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12394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cover-up is always worse than the mistake. First in, first resolved.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617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43000" y="461772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4672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customer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80160" y="503834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you're 3 layers removed, your work affects someone's experience. Care about it.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532120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5321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43000" y="553212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5586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company's resources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80160" y="595274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money, energy — treat them as if they were your own household budget.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A3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Audit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recent failure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something in the last 6 months that didn't go the way you planned.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Fixed or Growth?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— what was your internal narrative? Write both the fixed and growth version.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failure story using the growth mindset lens. What did it teach? What will you do differently?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brave story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share their reframe. Class discusses: what shifts when the mindset changes?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that I'm so smart, it's just that I stay with problems longer.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Albert Einstein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Ananya Discovers a Mistake — Two Weeks Before Delivery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is a fresher who realises she miscalculated a key metric in a report that's been shared with 3 senior stakeholders. The error makes one KPI look 20% better than it actually is. The final client presentation is in two weeks. She's afraid of the consequences of admitting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should Ananya do — and what are the actual consequences of each path?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Disclose immediately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her manager the same day: 'I found an error in the KPI calculation. I've attached the corrected version. I'm sorry for the confusion — can we discuss how to handle the stakeholder communication?'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and disclosed early are incidents. Errors caught late — especially if it looks like you knew — are integrity failures. The cover-up is always worse than the mistake. Always.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Try to fix it quietly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and re-issues the report without flagging that it changed, hoping no one compares versions.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email trails mean the discrepancy will be found. When it is, it now looks intentional. One mistake becomes a pattern of dishonesty. Trust, once lost this way, rarely recovers.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 EFFECT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Daily Choices — Massive Long-Term Outcomes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28800" y="5445623"/>
            <a:ext cx="777240" cy="86497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519873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5445623"/>
            <a:ext cx="777240" cy="86497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519873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0512" y="5532120"/>
            <a:ext cx="1737360" cy="347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5532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0" y="5415349"/>
            <a:ext cx="777240" cy="116771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5168461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5458968"/>
            <a:ext cx="77724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5212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87952" y="5532120"/>
            <a:ext cx="1737360" cy="347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6" name="Text 14"/>
          <p:cNvSpPr/>
          <p:nvPr/>
        </p:nvSpPr>
        <p:spPr>
          <a:xfrm>
            <a:off x="4187952" y="5532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5013136"/>
            <a:ext cx="777240" cy="5189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7662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52360" y="5458968"/>
            <a:ext cx="77724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5212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65392" y="5532120"/>
            <a:ext cx="1737360" cy="347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5532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2331720"/>
            <a:ext cx="777240" cy="3200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20848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29800" y="5458968"/>
            <a:ext cx="77724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5212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42832" y="5532120"/>
            <a:ext cx="1737360" cy="347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8" name="Text 26"/>
          <p:cNvSpPr/>
          <p:nvPr/>
        </p:nvSpPr>
        <p:spPr>
          <a:xfrm>
            <a:off x="8942832" y="5532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2395728"/>
            <a:ext cx="256032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 better daily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2788920"/>
            <a:ext cx="256032" cy="25603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 worse daily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James Clear's Atomic Habits. At 37x better after 1 year vs near-zero, the gap isn't luck — it's daily decisions.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vs DON'T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Signals That Make or Break Careers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39496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6263640" y="1719072"/>
            <a:ext cx="5394960" cy="43891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7190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'I'll find out and get back to you' when you don't know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9067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before the deadline — even by an hour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89534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notes in every meeting with a senior person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700016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7000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commitments without being reminded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504688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5046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mistakes quickly and with a solution attached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28600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'That's not my job' — even when it's technically true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090672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09067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 when things go wrong — show up more, not 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389534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 about a problem without proposing a solution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700016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47000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exact instructions on every task — show initiative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5504688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55046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differently when the manager is watching vs not watching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7744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Your Co-Worker, Not Your Competition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professionals who thrive in 2025 aren't the ones who avoid AI — they're the ones who use it well and honestly.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3566160" cy="1828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Go Faster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emails, summarise docs, brainstorm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drafts in seconds, not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time for judgment and creativity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86000"/>
            <a:ext cx="35661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is confident even when wrong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facts, figures, and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own the output — not the tool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286000"/>
            <a:ext cx="356616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32104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667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pass AI work off as fully yours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 your company's AI policy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Disclosure builds trust, not weakness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</p:bldLst>
    </p:timing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657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AI Can't Replace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handles more routine work, these deeply human skills become your career moat.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problem to solve, and when the AI is wrong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0352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Persuading, aligning, and moving people to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9828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empathy, and collaboration — built human to human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0876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ideas and taste that go beyond remixing what exists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420624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035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2628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fast and thriving when everything keeps changing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420624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09828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2104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should be done, not just what can be done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