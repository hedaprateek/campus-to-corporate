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0EA5C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822960"/>
            <a:ext cx="2926080" cy="45720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SUPPLEMENT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remote work, and the tools that define work today.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these slides into the relevant sessions to keep the workshop current. Each is tagged with its home session.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Modern Workplace Supplement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SESSION 1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Your Co-Worker, Not Your Competition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professionals who thrive in 2025 aren't the ones who avoid AI — they're the ones who use it well and honestly.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3566160" cy="18288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to Go Faster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emails, summarise docs, brainstorm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drafts in seconds, not hours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time for judgment and creativity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2286000"/>
            <a:ext cx="35661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34340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is confident even when wrong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facts, figures, and code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own the output — not the tool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38160" y="2286000"/>
            <a:ext cx="356616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2286000"/>
            <a:ext cx="356616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48716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832104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6676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pass AI work off as fully yours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4526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 your company's AI policy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5212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Disclosure builds trust, not weakness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SESSION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Fresher's Toolkit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all of these — but you should know they exist and what they're for.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64592" cy="1170432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Gemini — drafting, learning, debugging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286000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286000"/>
            <a:ext cx="164592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Search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Naukri, Instahyre, Wellfound (startups)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584448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584448"/>
            <a:ext cx="164592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Portfolio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0873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Canva, Novoresume, GitHub, personal site (Vercel)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84448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84448"/>
            <a:ext cx="164592" cy="1170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6941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408736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Notion, Google Workspace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882896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82896"/>
            <a:ext cx="164592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Tracking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538581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Trello, Asana, Linear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172200" y="4882896"/>
            <a:ext cx="5349240" cy="1170432"/>
          </a:xfrm>
          <a:prstGeom prst="rect">
            <a:avLst/>
          </a:prstGeom>
          <a:solidFill>
            <a:srgbClr val="152242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882896"/>
            <a:ext cx="164592" cy="117043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992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92240" y="5385816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Pramp, interviewing.io, LeetCode, Glassdoor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377440" cy="36576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SESSION 2 /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at Remote &amp; Hybrid Work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job may be partly or fully remote. The rules of trust and visibility change when you're not in the room.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Over-communicate — silence reads as absence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 your camera on for the first 5 minutes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Reply to messages within a few hours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Make your work visible: share updates proactively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 a clean, well-lit video setup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544068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DON'T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92608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multitask visibly on calls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54787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go dark when stuck — ask sooner, not later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55080" y="416966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assume people know what you're doing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7914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skip virtual social moments entirely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55080" y="5413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4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Don't rely only on text — hop on a call when it's faster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0EA5C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3108960" cy="411480"/>
          </a:xfrm>
          <a:prstGeom prst="roundRect">
            <a:avLst/>
          </a:prstGeom>
          <a:solidFill>
            <a:srgbClr val="0EA5C8"/>
          </a:solidFill>
          <a:ln w="12700">
            <a:solidFill>
              <a:srgbClr val="0EA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INTERACTIVE MOMENT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Poll: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Answer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out your phone. Point the camera at the QR code. Tap the link. Answer in 30 seconds.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replace this QR with your own Mentimeter / Slido / Google Form poll before delivery.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0" y="1554480"/>
            <a:ext cx="329184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c2c/prep/qr_poll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783080"/>
            <a:ext cx="283464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863840" y="4892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SESSION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These — Your Interview Prep Resources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 of this slide, or scan what's useful now. These are your homework for the next 30 days.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77440"/>
            <a:ext cx="32004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0" name="Image 0" descr="/home/claude/c2c/prep/qr_s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788920"/>
            <a:ext cx="1463040" cy="1463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Method Guide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on behavioural answers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377440"/>
            <a:ext cx="320040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34924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Image 1" descr="/home/claude/c2c/prep/qr_linked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788920"/>
            <a:ext cx="1463040" cy="1463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0916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LinkedIn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70916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checklist &amp; examples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21040" y="2377440"/>
            <a:ext cx="32004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2377440"/>
            <a:ext cx="320040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9098280" y="2697480"/>
            <a:ext cx="1645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2" descr="/home/claude/c2c/prep/qr_poll_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2788920"/>
            <a:ext cx="1463040" cy="1463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4480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5820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interview question bank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swap these QR codes for your own curated links before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194560" cy="36576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FITS: SESSION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AI Can't Replace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AI handles more routine work, these deeply human skills become your career moat.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problem to solve, and when the AI is wrong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0352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Persuading, aligning, and moving people to 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9828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empathy, and collaboration — built human to human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50876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ideas and taste that go beyond remixing what exists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30352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2628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fast and thriving when everything keeps changing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4206240"/>
            <a:ext cx="3566160" cy="1737360"/>
          </a:xfrm>
          <a:prstGeom prst="rect">
            <a:avLst/>
          </a:prstGeom>
          <a:solidFill>
            <a:srgbClr val="152242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389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098280" y="4434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2104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should be done, not just what can be done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CA8A0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548640"/>
            <a:ext cx="3108960" cy="411480"/>
          </a:xfrm>
          <a:prstGeom prst="round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BEFORE YOU 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Thing:</a:t>
            </a:r>
            <a:endParaRPr lang="en-US" sz="4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852160" y="3429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seconds. Scan, rate, and tell us what landed. It shapes the next workshop — and it matters.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5212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link this QR to your own feedback 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1737360"/>
            <a:ext cx="329184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c2c/prep/qr_feed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965960"/>
            <a:ext cx="283464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give feedback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84048"/>
            <a:ext cx="2560320" cy="365760"/>
          </a:xfrm>
          <a:prstGeom prst="round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GUIDANCE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Video for Better Delivery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well-placed videos re-energise a room and show real-world examples. Here's where they work best.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55448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2331720"/>
            <a:ext cx="5760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331720"/>
            <a:ext cx="5532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60-sec clip of a great vs poor handshake / introduction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331720"/>
            <a:ext cx="3657600" cy="841248"/>
          </a:xfrm>
          <a:prstGeom prst="rect">
            <a:avLst/>
          </a:prstGeom>
          <a:solidFill>
            <a:srgbClr val="F4F7FC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33172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'professional first impression' on YouTube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55448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927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48840" y="3319272"/>
            <a:ext cx="5760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3319272"/>
            <a:ext cx="5532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TED clip on body language (Amy Cuddy) or public speaking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0" y="3319272"/>
            <a:ext cx="3657600" cy="841248"/>
          </a:xfrm>
          <a:prstGeom prst="rect">
            <a:avLst/>
          </a:prstGeom>
          <a:solidFill>
            <a:srgbClr val="F4F7FC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319272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under 3 minutes — clip, don't play whole talks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55448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0682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48840" y="4306824"/>
            <a:ext cx="5760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306824"/>
            <a:ext cx="5532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interview breakdown video — good and bad answers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955280" y="4306824"/>
            <a:ext cx="3657600" cy="841248"/>
          </a:xfrm>
          <a:prstGeom prst="rect">
            <a:avLst/>
          </a:prstGeom>
          <a:solidFill>
            <a:srgbClr val="F4F7FC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4306824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recruiter channels have these; pick India-relevant ones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94376"/>
            <a:ext cx="1554480" cy="8412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9437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148840" y="5294376"/>
            <a:ext cx="57607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5294376"/>
            <a:ext cx="5532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Dweck on growth mindset (2–3 min excerpt)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55280" y="5294376"/>
            <a:ext cx="3657600" cy="841248"/>
          </a:xfrm>
          <a:prstGeom prst="rect">
            <a:avLst/>
          </a:prstGeom>
          <a:solidFill>
            <a:srgbClr val="F4F7FC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2440" y="5294376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the fixed vs growth content perfectly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PowerPoint, Insert → Video → download the clip first (don't rely on venue Wi-Fi for streaming).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A5C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Current.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of work changes fast. Revisit these supplement slides every few months and swap in what's new — new tools, new norms, new examples. A workshop that feels current is a workshop people trust.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Modern Workplace Supplement  ·  Update before every delivery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2026-08-15T05:42:31Z</dcterms:created>
  <dcterms:modified xsi:type="dcterms:W3CDTF">2026-08-15T05:42:31Z</dcterms:modified>
</cp:coreProperties>
</file>