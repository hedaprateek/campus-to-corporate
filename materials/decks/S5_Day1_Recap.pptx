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13"/>
    <p:sldId id="263" r:id="rId14"/>
    <p:sldId id="264" r:id="rId15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5: Day 1 Recap &amp;
Reflection
Time: 5:00 – 6:00 PM
Day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0"/>
            <a:ext cx="3474720" cy="320040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0"/>
            <a:ext cx="3474720" cy="3200400"/>
          </a:xfrm>
          <a:prstGeom prst="rect">
            <a:avLst/>
          </a:prstGeom>
          <a:solidFill>
            <a:srgbClr val="E11D48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65760"/>
            <a:ext cx="1645920" cy="384048"/>
          </a:xfrm>
          <a:prstGeom prst="round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65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365760"/>
            <a:ext cx="1645920" cy="384048"/>
          </a:xfrm>
          <a:prstGeom prst="roundRect">
            <a:avLst/>
          </a:prstGeom>
          <a:solidFill>
            <a:srgbClr val="1E3360"/>
          </a:solidFill>
          <a:ln w="12700">
            <a:solidFill>
              <a:srgbClr val="1E33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365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365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 – 6:00 PM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96012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Recap &amp;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548640" y="303580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without reflection is just information.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767328"/>
            <a:ext cx="11064240" cy="2633472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767328"/>
            <a:ext cx="2743200" cy="2633472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767328"/>
            <a:ext cx="2743200" cy="2633472"/>
          </a:xfrm>
          <a:prstGeom prst="rect">
            <a:avLst/>
          </a:prstGeom>
          <a:solidFill>
            <a:srgbClr val="E11D48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931920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LEARN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" y="502920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outcomes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913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Consolidate the day's key learnings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45079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Identify your personal gap areas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51023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Set 3 specific intentions for tomorrow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0" y="3913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Peer learning — teach what you absorbed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0" y="45079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Energy reset before Day 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to Corporate Ready  ·  2-Day Workshop</a:t>
            </a:r>
            <a:endParaRPr lang="en-US" sz="10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</p:bldLst>
    </p:timing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Covered Today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743200" cy="4645152"/>
          </a:xfrm>
          <a:prstGeom prst="rect">
            <a:avLst/>
          </a:prstGeom>
          <a:solidFill>
            <a:srgbClr val="152242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74520"/>
            <a:ext cx="2743200" cy="38404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8745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61288" y="187452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World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487168"/>
            <a:ext cx="2395728" cy="749808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248716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&amp; structure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355848"/>
            <a:ext cx="2395728" cy="749808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335584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4224528"/>
            <a:ext cx="2395728" cy="749808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422452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Unwritten rules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47288" y="1874520"/>
            <a:ext cx="2743200" cy="4645152"/>
          </a:xfrm>
          <a:prstGeom prst="rect">
            <a:avLst/>
          </a:prstGeom>
          <a:solidFill>
            <a:srgbClr val="152242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47288" y="1874520"/>
            <a:ext cx="2743200" cy="38404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7" name="Text 15"/>
          <p:cNvSpPr/>
          <p:nvPr/>
        </p:nvSpPr>
        <p:spPr>
          <a:xfrm>
            <a:off x="3447288" y="18745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05656" y="187452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Etiquettes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30168" y="2487168"/>
            <a:ext cx="2395728" cy="749808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20" name="Text 18"/>
          <p:cNvSpPr/>
          <p:nvPr/>
        </p:nvSpPr>
        <p:spPr>
          <a:xfrm>
            <a:off x="3739896" y="248716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 code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30168" y="3355848"/>
            <a:ext cx="2395728" cy="749808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22" name="Text 20"/>
          <p:cNvSpPr/>
          <p:nvPr/>
        </p:nvSpPr>
        <p:spPr>
          <a:xfrm>
            <a:off x="3739896" y="335584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30168" y="4224528"/>
            <a:ext cx="2395728" cy="749808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24" name="Text 22"/>
          <p:cNvSpPr/>
          <p:nvPr/>
        </p:nvSpPr>
        <p:spPr>
          <a:xfrm>
            <a:off x="3739896" y="422452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&amp; email rules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91656" y="1874520"/>
            <a:ext cx="2743200" cy="4645152"/>
          </a:xfrm>
          <a:prstGeom prst="rect">
            <a:avLst/>
          </a:prstGeom>
          <a:solidFill>
            <a:srgbClr val="152242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91656" y="1874520"/>
            <a:ext cx="2743200" cy="38404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7" name="Text 25"/>
          <p:cNvSpPr/>
          <p:nvPr/>
        </p:nvSpPr>
        <p:spPr>
          <a:xfrm>
            <a:off x="6391656" y="18745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50024" y="187452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74536" y="2487168"/>
            <a:ext cx="2395728" cy="749808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30" name="Text 28"/>
          <p:cNvSpPr/>
          <p:nvPr/>
        </p:nvSpPr>
        <p:spPr>
          <a:xfrm>
            <a:off x="6684264" y="248716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framework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574536" y="3355848"/>
            <a:ext cx="2395728" cy="749808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32" name="Text 30"/>
          <p:cNvSpPr/>
          <p:nvPr/>
        </p:nvSpPr>
        <p:spPr>
          <a:xfrm>
            <a:off x="6684264" y="335584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listening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574536" y="4224528"/>
            <a:ext cx="2395728" cy="749808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34" name="Text 32"/>
          <p:cNvSpPr/>
          <p:nvPr/>
        </p:nvSpPr>
        <p:spPr>
          <a:xfrm>
            <a:off x="6684264" y="422452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336024" y="1874520"/>
            <a:ext cx="2743200" cy="4645152"/>
          </a:xfrm>
          <a:prstGeom prst="rect">
            <a:avLst/>
          </a:prstGeom>
          <a:solidFill>
            <a:srgbClr val="152242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36024" y="1874520"/>
            <a:ext cx="2743200" cy="38404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7" name="Text 35"/>
          <p:cNvSpPr/>
          <p:nvPr/>
        </p:nvSpPr>
        <p:spPr>
          <a:xfrm>
            <a:off x="9336024" y="18745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994392" y="187452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518904" y="2487168"/>
            <a:ext cx="2395728" cy="749808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40" name="Text 38"/>
          <p:cNvSpPr/>
          <p:nvPr/>
        </p:nvSpPr>
        <p:spPr>
          <a:xfrm>
            <a:off x="9628632" y="248716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9518904" y="3355848"/>
            <a:ext cx="2395728" cy="749808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42" name="Text 40"/>
          <p:cNvSpPr/>
          <p:nvPr/>
        </p:nvSpPr>
        <p:spPr>
          <a:xfrm>
            <a:off x="9628632" y="335584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9518904" y="4224528"/>
            <a:ext cx="2395728" cy="749808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44" name="Text 42"/>
          <p:cNvSpPr/>
          <p:nvPr/>
        </p:nvSpPr>
        <p:spPr>
          <a:xfrm>
            <a:off x="9628632" y="422452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handling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delay="0"/>
                        </p:stCondLst>
                        <p:childTnLst>
                          <p:par>
                            <p:cTn id="291" presetID="2" presetClass="entr" presetSubtype="0" fill="hold" grpId="2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92" dur="50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0" fill="hold">
                        <p:stCondLst>
                          <p:cond delay="0"/>
                        </p:stCondLst>
                        <p:childTnLst>
                          <p:par>
                            <p:cTn id="301" presetID="2" presetClass="entr" presetSubtype="0" fill="hold" grpId="2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02" dur="50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0" fill="hold">
                        <p:stCondLst>
                          <p:cond delay="0"/>
                        </p:stCondLst>
                        <p:childTnLst>
                          <p:par>
                            <p:cTn id="311" presetID="2" presetClass="entr" presetSubtype="0" fill="hold" grpId="2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12" dur="500"/>
                                    <p:tgtEl>
                                      <p:spTgt spid="3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20" fill="hold">
                        <p:stCondLst>
                          <p:cond delay="0"/>
                        </p:stCondLst>
                        <p:childTnLst>
                          <p:par>
                            <p:cTn id="321" presetID="2" presetClass="entr" presetSubtype="0" fill="hold" grpId="3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2" dur="500"/>
                                    <p:tgtEl>
                                      <p:spTgt spid="3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30" fill="hold">
                        <p:stCondLst>
                          <p:cond delay="0"/>
                        </p:stCondLst>
                        <p:childTnLst>
                          <p:par>
                            <p:cTn id="331" presetID="2" presetClass="entr" presetSubtype="0" fill="hold" grpId="3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32" dur="500"/>
                                    <p:tgtEl>
                                      <p:spTgt spid="3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40" fill="hold">
                        <p:stCondLst>
                          <p:cond delay="0"/>
                        </p:stCondLst>
                        <p:childTnLst>
                          <p:par>
                            <p:cTn id="341" presetID="2" presetClass="entr" presetSubtype="0" fill="hold" grpId="3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42" dur="500"/>
                                    <p:tgtEl>
                                      <p:spTgt spid="3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50" fill="hold">
                        <p:stCondLst>
                          <p:cond delay="0"/>
                        </p:stCondLst>
                        <p:childTnLst>
                          <p:par>
                            <p:cTn id="351" presetID="2" presetClass="entr" presetSubtype="0" fill="hold" grpId="3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52" dur="500"/>
                                    <p:tgtEl>
                                      <p:spTgt spid="3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60" fill="hold">
                        <p:stCondLst>
                          <p:cond delay="0"/>
                        </p:stCondLst>
                        <p:childTnLst>
                          <p:par>
                            <p:cTn id="361" presetID="2" presetClass="entr" presetSubtype="0" fill="hold" grpId="3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62" dur="500"/>
                                    <p:tgtEl>
                                      <p:spTgt spid="3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70" fill="hold">
                        <p:stCondLst>
                          <p:cond delay="0"/>
                        </p:stCondLst>
                        <p:childTnLst>
                          <p:par>
                            <p:cTn id="371" presetID="2" presetClass="entr" presetSubtype="0" fill="hold" grpId="3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72" dur="500"/>
                                    <p:tgtEl>
                                      <p:spTgt spid="3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80" fill="hold">
                        <p:stCondLst>
                          <p:cond delay="0"/>
                        </p:stCondLst>
                        <p:childTnLst>
                          <p:par>
                            <p:cTn id="381" presetID="2" presetClass="entr" presetSubtype="0" fill="hold" grpId="3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82" dur="500"/>
                                    <p:tgtEl>
                                      <p:spTgt spid="3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90" fill="hold">
                        <p:stCondLst>
                          <p:cond delay="0"/>
                        </p:stCondLst>
                        <p:childTnLst>
                          <p:par>
                            <p:cTn id="391" presetID="2" presetClass="entr" presetSubtype="0" fill="hold" grpId="3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92" dur="500"/>
                                    <p:tgtEl>
                                      <p:spTgt spid="3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0" fill="hold">
                        <p:stCondLst>
                          <p:cond delay="0"/>
                        </p:stCondLst>
                        <p:childTnLst>
                          <p:par>
                            <p:cTn id="401" presetID="2" presetClass="entr" presetSubtype="0" fill="hold" grpId="3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02" dur="500"/>
                                    <p:tgtEl>
                                      <p:spTgt spid="4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10" fill="hold">
                        <p:stCondLst>
                          <p:cond delay="0"/>
                        </p:stCondLst>
                        <p:childTnLst>
                          <p:par>
                            <p:cTn id="411" presetID="2" presetClass="entr" presetSubtype="0" fill="hold" grpId="3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12" dur="500"/>
                                    <p:tgtEl>
                                      <p:spTgt spid="4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20" fill="hold">
                        <p:stCondLst>
                          <p:cond delay="0"/>
                        </p:stCondLst>
                        <p:childTnLst>
                          <p:par>
                            <p:cTn id="421" presetID="2" presetClass="entr" presetSubtype="0" fill="hold" grpId="4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2" dur="500"/>
                                    <p:tgtEl>
                                      <p:spTgt spid="4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30" fill="hold">
                        <p:stCondLst>
                          <p:cond delay="0"/>
                        </p:stCondLst>
                        <p:childTnLst>
                          <p:par>
                            <p:cTn id="431" presetID="2" presetClass="entr" presetSubtype="0" fill="hold" grpId="4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32" dur="500"/>
                                    <p:tgtEl>
                                      <p:spTgt spid="4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40" fill="hold">
                        <p:stCondLst>
                          <p:cond delay="0"/>
                        </p:stCondLst>
                        <p:childTnLst>
                          <p:par>
                            <p:cTn id="441" presetID="2" presetClass="entr" presetSubtype="0" fill="hold" grpId="4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42" dur="500"/>
                                    <p:tgtEl>
                                      <p:spTgt spid="4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  <p:bldP spid="29" grpId="27" uiExpand="1" build="p"/>
        <p:bldP spid="30" grpId="28" uiExpand="1" build="p"/>
        <p:bldP spid="31" grpId="29" uiExpand="1" build="p"/>
        <p:bldP spid="32" grpId="30" uiExpand="1" build="p"/>
        <p:bldP spid="33" grpId="31" uiExpand="1" build="p"/>
        <p:bldP spid="34" grpId="32" uiExpand="1" build="p"/>
        <p:bldP spid="35" grpId="33" uiExpand="1" build="p"/>
        <p:bldP spid="36" grpId="34" uiExpand="1" build="p"/>
        <p:bldP spid="37" grpId="35" uiExpand="1" build="p"/>
        <p:bldP spid="38" grpId="36" uiExpand="1" build="p"/>
        <p:bldP spid="39" grpId="37" uiExpand="1" build="p"/>
        <p:bldP spid="40" grpId="38" uiExpand="1" build="p"/>
        <p:bldP spid="41" grpId="39" uiExpand="1" build="p"/>
        <p:bldP spid="42" grpId="40" uiExpand="1" build="p"/>
        <p:bldP spid="43" grpId="41" uiExpand="1" build="p"/>
        <p:bldP spid="44" grpId="42" uiExpand="1" build="p"/>
      </p:bldLst>
    </p:timing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Yourself Honestly — Right Now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yourself 1–5 on each. No one sees this but you. Be honest.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21408"/>
            <a:ext cx="77724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21408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appearance &amp; first impressions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503920" y="2212848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0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62288" y="2212848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62288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820656" y="2212848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20656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479024" y="2212848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79024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37392" y="2212848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37392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816352"/>
            <a:ext cx="77724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816352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when speaking — structure, not rambling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03920" y="2907792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2907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62288" y="2907792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62288" y="2907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820656" y="2907792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20656" y="2907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479024" y="2907792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79024" y="2907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1137392" y="2907792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137392" y="2907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3511296"/>
            <a:ext cx="77724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3511296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fully without planning my reply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503920" y="3602736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0" y="3602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162288" y="3602736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62288" y="3602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820656" y="3602736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20656" y="3602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479024" y="3602736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79024" y="3602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1137392" y="3602736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137392" y="3602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2920" y="4206240"/>
            <a:ext cx="77724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42062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feedback without being defensive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503920" y="4297680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0392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162288" y="4297680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62288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820656" y="4297680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820656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0479024" y="4297680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479024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1137392" y="4297680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137392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02920" y="4901184"/>
            <a:ext cx="77724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8368" y="4901184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ideas in a group setting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8503920" y="4992624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503920" y="4992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162288" y="4992624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62288" y="4992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820656" y="4992624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820656" y="4992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10479024" y="4992624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479024" y="4992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1137392" y="4992624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137392" y="4992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02920" y="5596128"/>
            <a:ext cx="77724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8368" y="5596128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conflict without avoiding or exploding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8503920" y="5687568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503920" y="5687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9162288" y="5687568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162288" y="5687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9820656" y="5687568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820656" y="5687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10479024" y="5687568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479024" y="5687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11137392" y="5687568"/>
            <a:ext cx="411480" cy="411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A0B4D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1137392" y="5687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502920" y="64739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your number. The lowest score = your priority for tomorrow.</a:t>
            </a:r>
            <a:endParaRPr lang="en-US" sz="12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delay="0"/>
                        </p:stCondLst>
                        <p:childTnLst>
                          <p:par>
                            <p:cTn id="291" presetID="2" presetClass="entr" presetSubtype="0" fill="hold" grpId="2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92" dur="50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0" fill="hold">
                        <p:stCondLst>
                          <p:cond delay="0"/>
                        </p:stCondLst>
                        <p:childTnLst>
                          <p:par>
                            <p:cTn id="301" presetID="2" presetClass="entr" presetSubtype="0" fill="hold" grpId="2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02" dur="50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0" fill="hold">
                        <p:stCondLst>
                          <p:cond delay="0"/>
                        </p:stCondLst>
                        <p:childTnLst>
                          <p:par>
                            <p:cTn id="311" presetID="2" presetClass="entr" presetSubtype="0" fill="hold" grpId="2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12" dur="500"/>
                                    <p:tgtEl>
                                      <p:spTgt spid="3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20" fill="hold">
                        <p:stCondLst>
                          <p:cond delay="0"/>
                        </p:stCondLst>
                        <p:childTnLst>
                          <p:par>
                            <p:cTn id="321" presetID="2" presetClass="entr" presetSubtype="0" fill="hold" grpId="3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2" dur="500"/>
                                    <p:tgtEl>
                                      <p:spTgt spid="3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30" fill="hold">
                        <p:stCondLst>
                          <p:cond delay="0"/>
                        </p:stCondLst>
                        <p:childTnLst>
                          <p:par>
                            <p:cTn id="331" presetID="2" presetClass="entr" presetSubtype="0" fill="hold" grpId="3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32" dur="500"/>
                                    <p:tgtEl>
                                      <p:spTgt spid="3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40" fill="hold">
                        <p:stCondLst>
                          <p:cond delay="0"/>
                        </p:stCondLst>
                        <p:childTnLst>
                          <p:par>
                            <p:cTn id="341" presetID="2" presetClass="entr" presetSubtype="0" fill="hold" grpId="3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42" dur="500"/>
                                    <p:tgtEl>
                                      <p:spTgt spid="3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50" fill="hold">
                        <p:stCondLst>
                          <p:cond delay="0"/>
                        </p:stCondLst>
                        <p:childTnLst>
                          <p:par>
                            <p:cTn id="351" presetID="2" presetClass="entr" presetSubtype="0" fill="hold" grpId="3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52" dur="500"/>
                                    <p:tgtEl>
                                      <p:spTgt spid="3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60" fill="hold">
                        <p:stCondLst>
                          <p:cond delay="0"/>
                        </p:stCondLst>
                        <p:childTnLst>
                          <p:par>
                            <p:cTn id="361" presetID="2" presetClass="entr" presetSubtype="0" fill="hold" grpId="3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62" dur="500"/>
                                    <p:tgtEl>
                                      <p:spTgt spid="3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70" fill="hold">
                        <p:stCondLst>
                          <p:cond delay="0"/>
                        </p:stCondLst>
                        <p:childTnLst>
                          <p:par>
                            <p:cTn id="371" presetID="2" presetClass="entr" presetSubtype="0" fill="hold" grpId="3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72" dur="500"/>
                                    <p:tgtEl>
                                      <p:spTgt spid="3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80" fill="hold">
                        <p:stCondLst>
                          <p:cond delay="0"/>
                        </p:stCondLst>
                        <p:childTnLst>
                          <p:par>
                            <p:cTn id="381" presetID="2" presetClass="entr" presetSubtype="0" fill="hold" grpId="3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82" dur="500"/>
                                    <p:tgtEl>
                                      <p:spTgt spid="3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90" fill="hold">
                        <p:stCondLst>
                          <p:cond delay="0"/>
                        </p:stCondLst>
                        <p:childTnLst>
                          <p:par>
                            <p:cTn id="391" presetID="2" presetClass="entr" presetSubtype="0" fill="hold" grpId="3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92" dur="500"/>
                                    <p:tgtEl>
                                      <p:spTgt spid="3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0" fill="hold">
                        <p:stCondLst>
                          <p:cond delay="0"/>
                        </p:stCondLst>
                        <p:childTnLst>
                          <p:par>
                            <p:cTn id="401" presetID="2" presetClass="entr" presetSubtype="0" fill="hold" grpId="3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02" dur="500"/>
                                    <p:tgtEl>
                                      <p:spTgt spid="4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10" fill="hold">
                        <p:stCondLst>
                          <p:cond delay="0"/>
                        </p:stCondLst>
                        <p:childTnLst>
                          <p:par>
                            <p:cTn id="411" presetID="2" presetClass="entr" presetSubtype="0" fill="hold" grpId="3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12" dur="500"/>
                                    <p:tgtEl>
                                      <p:spTgt spid="4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20" fill="hold">
                        <p:stCondLst>
                          <p:cond delay="0"/>
                        </p:stCondLst>
                        <p:childTnLst>
                          <p:par>
                            <p:cTn id="421" presetID="2" presetClass="entr" presetSubtype="0" fill="hold" grpId="4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2" dur="500"/>
                                    <p:tgtEl>
                                      <p:spTgt spid="4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30" fill="hold">
                        <p:stCondLst>
                          <p:cond delay="0"/>
                        </p:stCondLst>
                        <p:childTnLst>
                          <p:par>
                            <p:cTn id="431" presetID="2" presetClass="entr" presetSubtype="0" fill="hold" grpId="4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32" dur="500"/>
                                    <p:tgtEl>
                                      <p:spTgt spid="4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40" fill="hold">
                        <p:stCondLst>
                          <p:cond delay="0"/>
                        </p:stCondLst>
                        <p:childTnLst>
                          <p:par>
                            <p:cTn id="441" presetID="2" presetClass="entr" presetSubtype="0" fill="hold" grpId="4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42" dur="500"/>
                                    <p:tgtEl>
                                      <p:spTgt spid="4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50" fill="hold">
                        <p:stCondLst>
                          <p:cond delay="0"/>
                        </p:stCondLst>
                        <p:childTnLst>
                          <p:par>
                            <p:cTn id="451" presetID="2" presetClass="entr" presetSubtype="0" fill="hold" grpId="4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52" dur="500"/>
                                    <p:tgtEl>
                                      <p:spTgt spid="4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60" fill="hold">
                        <p:stCondLst>
                          <p:cond delay="0"/>
                        </p:stCondLst>
                        <p:childTnLst>
                          <p:par>
                            <p:cTn id="461" presetID="2" presetClass="entr" presetSubtype="0" fill="hold" grpId="4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62" dur="500"/>
                                    <p:tgtEl>
                                      <p:spTgt spid="4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70" fill="hold">
                        <p:stCondLst>
                          <p:cond delay="0"/>
                        </p:stCondLst>
                        <p:childTnLst>
                          <p:par>
                            <p:cTn id="471" presetID="2" presetClass="entr" presetSubtype="0" fill="hold" grpId="4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72" dur="500"/>
                                    <p:tgtEl>
                                      <p:spTgt spid="4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80" fill="hold">
                        <p:stCondLst>
                          <p:cond delay="0"/>
                        </p:stCondLst>
                        <p:childTnLst>
                          <p:par>
                            <p:cTn id="481" presetID="2" presetClass="entr" presetSubtype="0" fill="hold" grpId="4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82" dur="500"/>
                                    <p:tgtEl>
                                      <p:spTgt spid="4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90" fill="hold">
                        <p:stCondLst>
                          <p:cond delay="0"/>
                        </p:stCondLst>
                        <p:childTnLst>
                          <p:par>
                            <p:cTn id="491" presetID="2" presetClass="entr" presetSubtype="0" fill="hold" grpId="4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92" dur="500"/>
                                    <p:tgtEl>
                                      <p:spTgt spid="4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0" fill="hold">
                        <p:stCondLst>
                          <p:cond delay="0"/>
                        </p:stCondLst>
                        <p:childTnLst>
                          <p:par>
                            <p:cTn id="501" presetID="2" presetClass="entr" presetSubtype="0" fill="hold" grpId="4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02" dur="500"/>
                                    <p:tgtEl>
                                      <p:spTgt spid="5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10" fill="hold">
                        <p:stCondLst>
                          <p:cond delay="0"/>
                        </p:stCondLst>
                        <p:childTnLst>
                          <p:par>
                            <p:cTn id="511" presetID="2" presetClass="entr" presetSubtype="0" fill="hold" grpId="4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12" dur="500"/>
                                    <p:tgtEl>
                                      <p:spTgt spid="5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20" fill="hold">
                        <p:stCondLst>
                          <p:cond delay="0"/>
                        </p:stCondLst>
                        <p:childTnLst>
                          <p:par>
                            <p:cTn id="521" presetID="2" presetClass="entr" presetSubtype="0" fill="hold" grpId="5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2" dur="500"/>
                                    <p:tgtEl>
                                      <p:spTgt spid="5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30" fill="hold">
                        <p:stCondLst>
                          <p:cond delay="0"/>
                        </p:stCondLst>
                        <p:childTnLst>
                          <p:par>
                            <p:cTn id="531" presetID="2" presetClass="entr" presetSubtype="0" fill="hold" grpId="5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32" dur="500"/>
                                    <p:tgtEl>
                                      <p:spTgt spid="5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40" fill="hold">
                        <p:stCondLst>
                          <p:cond delay="0"/>
                        </p:stCondLst>
                        <p:childTnLst>
                          <p:par>
                            <p:cTn id="541" presetID="2" presetClass="entr" presetSubtype="0" fill="hold" grpId="5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42" dur="500"/>
                                    <p:tgtEl>
                                      <p:spTgt spid="5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50" fill="hold">
                        <p:stCondLst>
                          <p:cond delay="0"/>
                        </p:stCondLst>
                        <p:childTnLst>
                          <p:par>
                            <p:cTn id="551" presetID="2" presetClass="entr" presetSubtype="0" fill="hold" grpId="5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52" dur="500"/>
                                    <p:tgtEl>
                                      <p:spTgt spid="5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60" fill="hold">
                        <p:stCondLst>
                          <p:cond delay="0"/>
                        </p:stCondLst>
                        <p:childTnLst>
                          <p:par>
                            <p:cTn id="561" presetID="2" presetClass="entr" presetSubtype="0" fill="hold" grpId="5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62" dur="500"/>
                                    <p:tgtEl>
                                      <p:spTgt spid="5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70" fill="hold">
                        <p:stCondLst>
                          <p:cond delay="0"/>
                        </p:stCondLst>
                        <p:childTnLst>
                          <p:par>
                            <p:cTn id="571" presetID="2" presetClass="entr" presetSubtype="0" fill="hold" grpId="5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72" dur="500"/>
                                    <p:tgtEl>
                                      <p:spTgt spid="5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80" fill="hold">
                        <p:stCondLst>
                          <p:cond delay="0"/>
                        </p:stCondLst>
                        <p:childTnLst>
                          <p:par>
                            <p:cTn id="581" presetID="2" presetClass="entr" presetSubtype="0" fill="hold" grpId="5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82" dur="500"/>
                                    <p:tgtEl>
                                      <p:spTgt spid="5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90" fill="hold">
                        <p:stCondLst>
                          <p:cond delay="0"/>
                        </p:stCondLst>
                        <p:childTnLst>
                          <p:par>
                            <p:cTn id="591" presetID="2" presetClass="entr" presetSubtype="0" fill="hold" grpId="5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92" dur="500"/>
                                    <p:tgtEl>
                                      <p:spTgt spid="5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0" fill="hold">
                        <p:stCondLst>
                          <p:cond delay="0"/>
                        </p:stCondLst>
                        <p:childTnLst>
                          <p:par>
                            <p:cTn id="601" presetID="2" presetClass="entr" presetSubtype="0" fill="hold" grpId="5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02" dur="500"/>
                                    <p:tgtEl>
                                      <p:spTgt spid="6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10" fill="hold">
                        <p:stCondLst>
                          <p:cond delay="0"/>
                        </p:stCondLst>
                        <p:childTnLst>
                          <p:par>
                            <p:cTn id="611" presetID="2" presetClass="entr" presetSubtype="0" fill="hold" grpId="5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12" dur="500"/>
                                    <p:tgtEl>
                                      <p:spTgt spid="6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20" fill="hold">
                        <p:stCondLst>
                          <p:cond delay="0"/>
                        </p:stCondLst>
                        <p:childTnLst>
                          <p:par>
                            <p:cTn id="621" presetID="2" presetClass="entr" presetSubtype="0" fill="hold" grpId="6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2" dur="500"/>
                                    <p:tgtEl>
                                      <p:spTgt spid="6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30" fill="hold">
                        <p:stCondLst>
                          <p:cond delay="0"/>
                        </p:stCondLst>
                        <p:childTnLst>
                          <p:par>
                            <p:cTn id="631" presetID="2" presetClass="entr" presetSubtype="0" fill="hold" grpId="6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32" dur="500"/>
                                    <p:tgtEl>
                                      <p:spTgt spid="6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40" fill="hold">
                        <p:stCondLst>
                          <p:cond delay="0"/>
                        </p:stCondLst>
                        <p:childTnLst>
                          <p:par>
                            <p:cTn id="641" presetID="2" presetClass="entr" presetSubtype="0" fill="hold" grpId="6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42" dur="500"/>
                                    <p:tgtEl>
                                      <p:spTgt spid="6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50" fill="hold">
                        <p:stCondLst>
                          <p:cond delay="0"/>
                        </p:stCondLst>
                        <p:childTnLst>
                          <p:par>
                            <p:cTn id="651" presetID="2" presetClass="entr" presetSubtype="0" fill="hold" grpId="6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52" dur="500"/>
                                    <p:tgtEl>
                                      <p:spTgt spid="6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60" fill="hold">
                        <p:stCondLst>
                          <p:cond delay="0"/>
                        </p:stCondLst>
                        <p:childTnLst>
                          <p:par>
                            <p:cTn id="661" presetID="2" presetClass="entr" presetSubtype="0" fill="hold" grpId="6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62" dur="500"/>
                                    <p:tgtEl>
                                      <p:spTgt spid="6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70" fill="hold">
                        <p:stCondLst>
                          <p:cond delay="0"/>
                        </p:stCondLst>
                        <p:childTnLst>
                          <p:par>
                            <p:cTn id="671" presetID="2" presetClass="entr" presetSubtype="0" fill="hold" grpId="6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72" dur="500"/>
                                    <p:tgtEl>
                                      <p:spTgt spid="6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80" fill="hold">
                        <p:stCondLst>
                          <p:cond delay="0"/>
                        </p:stCondLst>
                        <p:childTnLst>
                          <p:par>
                            <p:cTn id="681" presetID="2" presetClass="entr" presetSubtype="0" fill="hold" grpId="6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82" dur="500"/>
                                    <p:tgtEl>
                                      <p:spTgt spid="6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90" fill="hold">
                        <p:stCondLst>
                          <p:cond delay="0"/>
                        </p:stCondLst>
                        <p:childTnLst>
                          <p:par>
                            <p:cTn id="691" presetID="2" presetClass="entr" presetSubtype="0" fill="hold" grpId="6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92" dur="500"/>
                                    <p:tgtEl>
                                      <p:spTgt spid="6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0" fill="hold">
                        <p:stCondLst>
                          <p:cond delay="0"/>
                        </p:stCondLst>
                        <p:childTnLst>
                          <p:par>
                            <p:cTn id="701" presetID="2" presetClass="entr" presetSubtype="0" fill="hold" grpId="6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02" dur="500"/>
                                    <p:tgtEl>
                                      <p:spTgt spid="7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10" fill="hold">
                        <p:stCondLst>
                          <p:cond delay="0"/>
                        </p:stCondLst>
                        <p:childTnLst>
                          <p:par>
                            <p:cTn id="711" presetID="2" presetClass="entr" presetSubtype="0" fill="hold" grpId="6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12" dur="500"/>
                                    <p:tgtEl>
                                      <p:spTgt spid="7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20" fill="hold">
                        <p:stCondLst>
                          <p:cond delay="0"/>
                        </p:stCondLst>
                        <p:childTnLst>
                          <p:par>
                            <p:cTn id="721" presetID="2" presetClass="entr" presetSubtype="0" fill="hold" grpId="7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2" dur="500"/>
                                    <p:tgtEl>
                                      <p:spTgt spid="7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30" fill="hold">
                        <p:stCondLst>
                          <p:cond delay="0"/>
                        </p:stCondLst>
                        <p:childTnLst>
                          <p:par>
                            <p:cTn id="731" presetID="2" presetClass="entr" presetSubtype="0" fill="hold" grpId="7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32" dur="500"/>
                                    <p:tgtEl>
                                      <p:spTgt spid="7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40" fill="hold">
                        <p:stCondLst>
                          <p:cond delay="0"/>
                        </p:stCondLst>
                        <p:childTnLst>
                          <p:par>
                            <p:cTn id="741" presetID="2" presetClass="entr" presetSubtype="0" fill="hold" grpId="7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42" dur="500"/>
                                    <p:tgtEl>
                                      <p:spTgt spid="7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50" fill="hold">
                        <p:stCondLst>
                          <p:cond delay="0"/>
                        </p:stCondLst>
                        <p:childTnLst>
                          <p:par>
                            <p:cTn id="751" presetID="2" presetClass="entr" presetSubtype="0" fill="hold" grpId="7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52" dur="500"/>
                                    <p:tgtEl>
                                      <p:spTgt spid="7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60" fill="hold">
                        <p:stCondLst>
                          <p:cond delay="0"/>
                        </p:stCondLst>
                        <p:childTnLst>
                          <p:par>
                            <p:cTn id="761" presetID="2" presetClass="entr" presetSubtype="0" fill="hold" grpId="7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62" dur="500"/>
                                    <p:tgtEl>
                                      <p:spTgt spid="7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70" fill="hold">
                        <p:stCondLst>
                          <p:cond delay="0"/>
                        </p:stCondLst>
                        <p:childTnLst>
                          <p:par>
                            <p:cTn id="771" presetID="2" presetClass="entr" presetSubtype="0" fill="hold" grpId="7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72" dur="500"/>
                                    <p:tgtEl>
                                      <p:spTgt spid="7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80" fill="hold">
                        <p:stCondLst>
                          <p:cond delay="0"/>
                        </p:stCondLst>
                        <p:childTnLst>
                          <p:par>
                            <p:cTn id="781" presetID="2" presetClass="entr" presetSubtype="0" fill="hold" grpId="7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82" dur="500"/>
                                    <p:tgtEl>
                                      <p:spTgt spid="7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  <p:bldP spid="29" grpId="27" uiExpand="1" build="p"/>
        <p:bldP spid="30" grpId="28" uiExpand="1" build="p"/>
        <p:bldP spid="31" grpId="29" uiExpand="1" build="p"/>
        <p:bldP spid="32" grpId="30" uiExpand="1" build="p"/>
        <p:bldP spid="33" grpId="31" uiExpand="1" build="p"/>
        <p:bldP spid="34" grpId="32" uiExpand="1" build="p"/>
        <p:bldP spid="35" grpId="33" uiExpand="1" build="p"/>
        <p:bldP spid="36" grpId="34" uiExpand="1" build="p"/>
        <p:bldP spid="37" grpId="35" uiExpand="1" build="p"/>
        <p:bldP spid="38" grpId="36" uiExpand="1" build="p"/>
        <p:bldP spid="39" grpId="37" uiExpand="1" build="p"/>
        <p:bldP spid="40" grpId="38" uiExpand="1" build="p"/>
        <p:bldP spid="41" grpId="39" uiExpand="1" build="p"/>
        <p:bldP spid="42" grpId="40" uiExpand="1" build="p"/>
        <p:bldP spid="43" grpId="41" uiExpand="1" build="p"/>
        <p:bldP spid="44" grpId="42" uiExpand="1" build="p"/>
        <p:bldP spid="45" grpId="43" uiExpand="1" build="p"/>
        <p:bldP spid="46" grpId="44" uiExpand="1" build="p"/>
        <p:bldP spid="47" grpId="45" uiExpand="1" build="p"/>
        <p:bldP spid="48" grpId="46" uiExpand="1" build="p"/>
        <p:bldP spid="49" grpId="47" uiExpand="1" build="p"/>
        <p:bldP spid="50" grpId="48" uiExpand="1" build="p"/>
        <p:bldP spid="51" grpId="49" uiExpand="1" build="p"/>
        <p:bldP spid="52" grpId="50" uiExpand="1" build="p"/>
        <p:bldP spid="53" grpId="51" uiExpand="1" build="p"/>
        <p:bldP spid="54" grpId="52" uiExpand="1" build="p"/>
        <p:bldP spid="55" grpId="53" uiExpand="1" build="p"/>
        <p:bldP spid="56" grpId="54" uiExpand="1" build="p"/>
        <p:bldP spid="57" grpId="55" uiExpand="1" build="p"/>
        <p:bldP spid="58" grpId="56" uiExpand="1" build="p"/>
        <p:bldP spid="59" grpId="57" uiExpand="1" build="p"/>
        <p:bldP spid="60" grpId="58" uiExpand="1" build="p"/>
        <p:bldP spid="61" grpId="59" uiExpand="1" build="p"/>
        <p:bldP spid="62" grpId="60" uiExpand="1" build="p"/>
        <p:bldP spid="63" grpId="61" uiExpand="1" build="p"/>
        <p:bldP spid="64" grpId="62" uiExpand="1" build="p"/>
        <p:bldP spid="65" grpId="63" uiExpand="1" build="p"/>
        <p:bldP spid="66" grpId="64" uiExpand="1" build="p"/>
        <p:bldP spid="67" grpId="65" uiExpand="1" build="p"/>
        <p:bldP spid="68" grpId="66" uiExpand="1" build="p"/>
        <p:bldP spid="69" grpId="67" uiExpand="1" build="p"/>
        <p:bldP spid="70" grpId="68" uiExpand="1" build="p"/>
        <p:bldP spid="71" grpId="69" uiExpand="1" build="p"/>
        <p:bldP spid="72" grpId="70" uiExpand="1" build="p"/>
        <p:bldP spid="73" grpId="71" uiExpand="1" build="p"/>
        <p:bldP spid="74" grpId="72" uiExpand="1" build="p"/>
        <p:bldP spid="75" grpId="73" uiExpand="1" build="p"/>
        <p:bldP spid="76" grpId="74" uiExpand="1" build="p"/>
        <p:bldP spid="77" grpId="75" uiExpand="1" build="p"/>
        <p:bldP spid="78" grpId="76" uiExpand="1" build="p"/>
      </p:bldLst>
    </p:timing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 SETTING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3 Intentions for Tomorrow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these on paper. Fold it. Open it at 9 AM tomorrow.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594360" cy="105156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286000"/>
            <a:ext cx="594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143000" y="2286000"/>
            <a:ext cx="10515600" cy="10515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9" name="Text 7"/>
          <p:cNvSpPr/>
          <p:nvPr/>
        </p:nvSpPr>
        <p:spPr>
          <a:xfrm>
            <a:off x="1298448" y="2359152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skill I will practice deliberately tomorrow: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98448" y="288036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here →  _____________________________________________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657600"/>
            <a:ext cx="594360" cy="105156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657600"/>
            <a:ext cx="594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143000" y="3657600"/>
            <a:ext cx="10515600" cy="10515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4" name="Text 12"/>
          <p:cNvSpPr/>
          <p:nvPr/>
        </p:nvSpPr>
        <p:spPr>
          <a:xfrm>
            <a:off x="1298448" y="3730752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behaviour I will stop or change: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98448" y="425196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here →  _____________________________________________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029200"/>
            <a:ext cx="594360" cy="105156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5029200"/>
            <a:ext cx="594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143000" y="5029200"/>
            <a:ext cx="10515600" cy="10515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9" name="Text 17"/>
          <p:cNvSpPr/>
          <p:nvPr/>
        </p:nvSpPr>
        <p:spPr>
          <a:xfrm>
            <a:off x="1298448" y="5102352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I will do for someone else tomorrow: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98448" y="562356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here →  _____________________________________________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</p:bldLst>
    </p:timing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11D48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65760"/>
            <a:ext cx="2011680" cy="384048"/>
          </a:xfrm>
          <a:prstGeom prst="round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ACTIVITY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It to Lock It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594360" cy="82296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8600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143000" y="2286000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3408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up randomly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80160" y="2706624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you haven't worked with today.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273552"/>
            <a:ext cx="594360" cy="82296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273552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143000" y="3273552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3284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picks one topic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80160" y="3694176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ONE thing from today that hit hardest for you.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261104"/>
            <a:ext cx="594360" cy="82296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261104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43000" y="4261104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43159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it in 90 seconds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80160" y="4681728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it like your partner missed the whole session. No notes.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5248656"/>
            <a:ext cx="594360" cy="82296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5248656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143000" y="5248656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5" name="Text 23"/>
          <p:cNvSpPr/>
          <p:nvPr/>
        </p:nvSpPr>
        <p:spPr>
          <a:xfrm>
            <a:off x="1280160" y="53035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reflects back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280160" y="566928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they hear? What stuck? Class discussion to close the day.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</p:bldLst>
    </p:timing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1097280" y="1097280"/>
            <a:ext cx="9966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investment in knowledge pays the best interest.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44348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Benjamin Franklin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BIGGEST IDEAS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Lines Worth Writing Down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993392"/>
            <a:ext cx="5623560" cy="2057400"/>
          </a:xfrm>
          <a:prstGeom prst="rect">
            <a:avLst/>
          </a:prstGeom>
          <a:solidFill>
            <a:srgbClr val="152242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993392"/>
            <a:ext cx="5623560" cy="20116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99339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7512" y="2267712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i="1" dirty="0">
                <a:solidFill>
                  <a:srgbClr val="F0F4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“Visibility is a skill, not luck. If no one knows what you did, you didn't do it.”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73368" y="1993392"/>
            <a:ext cx="5623560" cy="2057400"/>
          </a:xfrm>
          <a:prstGeom prst="rect">
            <a:avLst/>
          </a:prstGeom>
          <a:solidFill>
            <a:srgbClr val="152242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73368" y="1993392"/>
            <a:ext cx="5623560" cy="20116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9339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37960" y="2267712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i="1" dirty="0">
                <a:solidFill>
                  <a:srgbClr val="F0F4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“You never get a second chance to make a first impression. But you get thousands of chances to make a lasting one.”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4261104"/>
            <a:ext cx="5623560" cy="2057400"/>
          </a:xfrm>
          <a:prstGeom prst="rect">
            <a:avLst/>
          </a:prstGeom>
          <a:solidFill>
            <a:srgbClr val="152242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4261104"/>
            <a:ext cx="5623560" cy="20116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426110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" y="4535424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i="1" dirty="0">
                <a:solidFill>
                  <a:srgbClr val="F0F4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quality of your communication determines the quality of your opportunities.”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73368" y="4261104"/>
            <a:ext cx="5623560" cy="2057400"/>
          </a:xfrm>
          <a:prstGeom prst="rect">
            <a:avLst/>
          </a:prstGeom>
          <a:solidFill>
            <a:srgbClr val="152242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73368" y="4261104"/>
            <a:ext cx="5623560" cy="20116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26110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37960" y="4535424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i="1" dirty="0">
                <a:solidFill>
                  <a:srgbClr val="F0F4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“Share credit. It costs you nothing and builds everything.”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Day 2 Has in Store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005840" cy="77724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8288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554480" y="1828800"/>
            <a:ext cx="1463040" cy="77724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8288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63240" y="1828800"/>
            <a:ext cx="2286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0" name="Text 8"/>
          <p:cNvSpPr/>
          <p:nvPr/>
        </p:nvSpPr>
        <p:spPr>
          <a:xfrm>
            <a:off x="3154680" y="1828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Branding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94960" y="1828800"/>
            <a:ext cx="6309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18288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build your LinkedIn headline and personal brand statement today.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743200"/>
            <a:ext cx="1005840" cy="7772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7432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554480" y="2743200"/>
            <a:ext cx="1463040" cy="77724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27432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 AM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63240" y="2743200"/>
            <a:ext cx="2286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8" name="Text 16"/>
          <p:cNvSpPr/>
          <p:nvPr/>
        </p:nvSpPr>
        <p:spPr>
          <a:xfrm>
            <a:off x="3154680" y="27432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Skills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94960" y="2743200"/>
            <a:ext cx="6309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27432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round mapped out. STAR method. 10 most-asked questions answered.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657600"/>
            <a:ext cx="1005840" cy="7772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6576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554480" y="3657600"/>
            <a:ext cx="1463040" cy="77724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4" name="Text 22"/>
          <p:cNvSpPr/>
          <p:nvPr/>
        </p:nvSpPr>
        <p:spPr>
          <a:xfrm>
            <a:off x="1554480" y="36576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 PM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63240" y="3657600"/>
            <a:ext cx="2286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6" name="Text 24"/>
          <p:cNvSpPr/>
          <p:nvPr/>
        </p:nvSpPr>
        <p:spPr>
          <a:xfrm>
            <a:off x="3154680" y="36576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Mindset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394960" y="3657600"/>
            <a:ext cx="6309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36576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vs growth mindset. Habits that compound. Ownership before the title.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4572000"/>
            <a:ext cx="100584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45720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554480" y="4572000"/>
            <a:ext cx="1463040" cy="77724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32" name="Text 30"/>
          <p:cNvSpPr/>
          <p:nvPr/>
        </p:nvSpPr>
        <p:spPr>
          <a:xfrm>
            <a:off x="1554480" y="45720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3:15 PM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063240" y="4572000"/>
            <a:ext cx="2286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4" name="Text 32"/>
          <p:cNvSpPr/>
          <p:nvPr/>
        </p:nvSpPr>
        <p:spPr>
          <a:xfrm>
            <a:off x="3154680" y="45720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Interviews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394960" y="4572000"/>
            <a:ext cx="6309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32120" y="45720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be in the hot seat. Real questions. Real feedback. Real improvement.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02920" y="5486400"/>
            <a:ext cx="1005840" cy="77724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54864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554480" y="5486400"/>
            <a:ext cx="1463040" cy="77724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40" name="Text 38"/>
          <p:cNvSpPr/>
          <p:nvPr/>
        </p:nvSpPr>
        <p:spPr>
          <a:xfrm>
            <a:off x="1554480" y="54864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 PM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063240" y="5486400"/>
            <a:ext cx="2286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2" name="Text 40"/>
          <p:cNvSpPr/>
          <p:nvPr/>
        </p:nvSpPr>
        <p:spPr>
          <a:xfrm>
            <a:off x="3154680" y="54864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&amp; Closing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394960" y="5486400"/>
            <a:ext cx="6309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32120" y="54864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30-day action plan. Commitment card. And something to remember.</a:t>
            </a:r>
            <a:endParaRPr lang="en-US" sz="13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delay="0"/>
                        </p:stCondLst>
                        <p:childTnLst>
                          <p:par>
                            <p:cTn id="291" presetID="2" presetClass="entr" presetSubtype="0" fill="hold" grpId="2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92" dur="50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0" fill="hold">
                        <p:stCondLst>
                          <p:cond delay="0"/>
                        </p:stCondLst>
                        <p:childTnLst>
                          <p:par>
                            <p:cTn id="301" presetID="2" presetClass="entr" presetSubtype="0" fill="hold" grpId="2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02" dur="50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0" fill="hold">
                        <p:stCondLst>
                          <p:cond delay="0"/>
                        </p:stCondLst>
                        <p:childTnLst>
                          <p:par>
                            <p:cTn id="311" presetID="2" presetClass="entr" presetSubtype="0" fill="hold" grpId="2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12" dur="500"/>
                                    <p:tgtEl>
                                      <p:spTgt spid="3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20" fill="hold">
                        <p:stCondLst>
                          <p:cond delay="0"/>
                        </p:stCondLst>
                        <p:childTnLst>
                          <p:par>
                            <p:cTn id="321" presetID="2" presetClass="entr" presetSubtype="0" fill="hold" grpId="3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2" dur="500"/>
                                    <p:tgtEl>
                                      <p:spTgt spid="3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30" fill="hold">
                        <p:stCondLst>
                          <p:cond delay="0"/>
                        </p:stCondLst>
                        <p:childTnLst>
                          <p:par>
                            <p:cTn id="331" presetID="2" presetClass="entr" presetSubtype="0" fill="hold" grpId="3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32" dur="500"/>
                                    <p:tgtEl>
                                      <p:spTgt spid="3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40" fill="hold">
                        <p:stCondLst>
                          <p:cond delay="0"/>
                        </p:stCondLst>
                        <p:childTnLst>
                          <p:par>
                            <p:cTn id="341" presetID="2" presetClass="entr" presetSubtype="0" fill="hold" grpId="3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42" dur="500"/>
                                    <p:tgtEl>
                                      <p:spTgt spid="3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50" fill="hold">
                        <p:stCondLst>
                          <p:cond delay="0"/>
                        </p:stCondLst>
                        <p:childTnLst>
                          <p:par>
                            <p:cTn id="351" presetID="2" presetClass="entr" presetSubtype="0" fill="hold" grpId="3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52" dur="500"/>
                                    <p:tgtEl>
                                      <p:spTgt spid="3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60" fill="hold">
                        <p:stCondLst>
                          <p:cond delay="0"/>
                        </p:stCondLst>
                        <p:childTnLst>
                          <p:par>
                            <p:cTn id="361" presetID="2" presetClass="entr" presetSubtype="0" fill="hold" grpId="3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62" dur="500"/>
                                    <p:tgtEl>
                                      <p:spTgt spid="3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70" fill="hold">
                        <p:stCondLst>
                          <p:cond delay="0"/>
                        </p:stCondLst>
                        <p:childTnLst>
                          <p:par>
                            <p:cTn id="371" presetID="2" presetClass="entr" presetSubtype="0" fill="hold" grpId="3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72" dur="500"/>
                                    <p:tgtEl>
                                      <p:spTgt spid="3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80" fill="hold">
                        <p:stCondLst>
                          <p:cond delay="0"/>
                        </p:stCondLst>
                        <p:childTnLst>
                          <p:par>
                            <p:cTn id="381" presetID="2" presetClass="entr" presetSubtype="0" fill="hold" grpId="3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82" dur="500"/>
                                    <p:tgtEl>
                                      <p:spTgt spid="3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90" fill="hold">
                        <p:stCondLst>
                          <p:cond delay="0"/>
                        </p:stCondLst>
                        <p:childTnLst>
                          <p:par>
                            <p:cTn id="391" presetID="2" presetClass="entr" presetSubtype="0" fill="hold" grpId="3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92" dur="500"/>
                                    <p:tgtEl>
                                      <p:spTgt spid="3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0" fill="hold">
                        <p:stCondLst>
                          <p:cond delay="0"/>
                        </p:stCondLst>
                        <p:childTnLst>
                          <p:par>
                            <p:cTn id="401" presetID="2" presetClass="entr" presetSubtype="0" fill="hold" grpId="3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02" dur="500"/>
                                    <p:tgtEl>
                                      <p:spTgt spid="4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10" fill="hold">
                        <p:stCondLst>
                          <p:cond delay="0"/>
                        </p:stCondLst>
                        <p:childTnLst>
                          <p:par>
                            <p:cTn id="411" presetID="2" presetClass="entr" presetSubtype="0" fill="hold" grpId="3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12" dur="500"/>
                                    <p:tgtEl>
                                      <p:spTgt spid="4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20" fill="hold">
                        <p:stCondLst>
                          <p:cond delay="0"/>
                        </p:stCondLst>
                        <p:childTnLst>
                          <p:par>
                            <p:cTn id="421" presetID="2" presetClass="entr" presetSubtype="0" fill="hold" grpId="4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2" dur="500"/>
                                    <p:tgtEl>
                                      <p:spTgt spid="4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30" fill="hold">
                        <p:stCondLst>
                          <p:cond delay="0"/>
                        </p:stCondLst>
                        <p:childTnLst>
                          <p:par>
                            <p:cTn id="431" presetID="2" presetClass="entr" presetSubtype="0" fill="hold" grpId="4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32" dur="500"/>
                                    <p:tgtEl>
                                      <p:spTgt spid="4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40" fill="hold">
                        <p:stCondLst>
                          <p:cond delay="0"/>
                        </p:stCondLst>
                        <p:childTnLst>
                          <p:par>
                            <p:cTn id="441" presetID="2" presetClass="entr" presetSubtype="0" fill="hold" grpId="4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42" dur="500"/>
                                    <p:tgtEl>
                                      <p:spTgt spid="4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  <p:bldP spid="29" grpId="27" uiExpand="1" build="p"/>
        <p:bldP spid="30" grpId="28" uiExpand="1" build="p"/>
        <p:bldP spid="31" grpId="29" uiExpand="1" build="p"/>
        <p:bldP spid="32" grpId="30" uiExpand="1" build="p"/>
        <p:bldP spid="33" grpId="31" uiExpand="1" build="p"/>
        <p:bldP spid="34" grpId="32" uiExpand="1" build="p"/>
        <p:bldP spid="35" grpId="33" uiExpand="1" build="p"/>
        <p:bldP spid="36" grpId="34" uiExpand="1" build="p"/>
        <p:bldP spid="37" grpId="35" uiExpand="1" build="p"/>
        <p:bldP spid="38" grpId="36" uiExpand="1" build="p"/>
        <p:bldP spid="39" grpId="37" uiExpand="1" build="p"/>
        <p:bldP spid="40" grpId="38" uiExpand="1" build="p"/>
        <p:bldP spid="41" grpId="39" uiExpand="1" build="p"/>
        <p:bldP spid="42" grpId="40" uiExpand="1" build="p"/>
        <p:bldP spid="43" grpId="41" uiExpand="1" build="p"/>
        <p:bldP spid="44" grpId="42" uiExpand="1" build="p"/>
      </p:bldLst>
    </p:timing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11D48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65760"/>
            <a:ext cx="2194560" cy="384048"/>
          </a:xfrm>
          <a:prstGeom prst="round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  ENERGY RESET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10972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3-Minute Debrief: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Stick, Shift, Share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02920" y="2578608"/>
            <a:ext cx="914400" cy="107899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5786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314553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81328" y="2578608"/>
            <a:ext cx="10149840" cy="1078992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1" name="Text 9"/>
          <p:cNvSpPr/>
          <p:nvPr/>
        </p:nvSpPr>
        <p:spPr>
          <a:xfrm>
            <a:off x="1627632" y="2578608"/>
            <a:ext cx="9875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from today you're definitely keeping. Something that changed how you'll show up.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3877056"/>
            <a:ext cx="914400" cy="107899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8770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02920" y="444398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81328" y="3877056"/>
            <a:ext cx="10149840" cy="1078992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6" name="Text 14"/>
          <p:cNvSpPr/>
          <p:nvPr/>
        </p:nvSpPr>
        <p:spPr>
          <a:xfrm>
            <a:off x="1627632" y="3877056"/>
            <a:ext cx="9875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habit or belief you're letting go of. Something today challenged that you used to think was fine.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5175504"/>
            <a:ext cx="914400" cy="1078992"/>
          </a:xfrm>
          <a:prstGeom prst="rect">
            <a:avLst/>
          </a:prstGeom>
          <a:solidFill>
            <a:srgbClr val="0EA5C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517550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02920" y="574243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481328" y="5175504"/>
            <a:ext cx="10149840" cy="1078992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1" name="Text 19"/>
          <p:cNvSpPr/>
          <p:nvPr/>
        </p:nvSpPr>
        <p:spPr>
          <a:xfrm>
            <a:off x="1627632" y="5175504"/>
            <a:ext cx="9875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you want to tell someone outside this room. A colleague, a parent, a friend — who needs to hear this?</a:t>
            </a:r>
            <a:endParaRPr lang="en-US" sz="15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</p:bldL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2026-07-15T15:31:44Z</dcterms:created>
  <dcterms:modified xsi:type="dcterms:W3CDTF">2026-07-15T15:31:44Z</dcterms:modified>
</cp:coreProperties>
</file>